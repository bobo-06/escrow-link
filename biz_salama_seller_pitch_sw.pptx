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🛡  BIZ-SALAMA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Karibu Biz-Salama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BBF24"/>
                </a:solidFill>
                <a:latin typeface="Calibri"/>
              </a:rPr>
              <a:t>Soko salama la Tanzania — uza, lipwa, kua.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Tanzania's trusted escrow marketplace — sell, get paid, grow.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✅ Malipo Yamelindwa  /  Escrow Protected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📱 M-Pesa · Tigo · Airtel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🎙  Orodhesha kwa Sauti  /  Voice Listing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Mwongozo wa Mfanyabiashara  ·  Seller Onboarding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TATIZO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Kuuza mtandaoni TZ ni hatari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Selling online in Tanzania is risky — here's why: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Mteja anataka uone kwanza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90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Buyer wants you to ship before paying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Wewe unalipa usafirishaji, halafu mteja anatoweka.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79" y="256032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2697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7249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Watu wa uongo (scammers)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3090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Fake buyers / fake sellers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34290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Mtu anajifanya mteja, halafu anaiba bidhaa au pesa.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165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Hakuna ulinzi wa malipo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823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No payment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Hakuna anayeshikilia pesa salama kati ya nyote wawili.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4251960"/>
            <a:ext cx="393192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4389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44165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Hakuna njia ya kutatua mgogoro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47823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No dispute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51206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Kama mambo yanakwenda mrama, hakuna mahali pa kupiga simu.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SULUHISHO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Biz-Salama = Escrow + Soko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Biz-Salama = Escrow + Marketplace, built for Tanzanian 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804672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51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Pesa zinashikiliwa salama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71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Funds held in 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246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Mteja anaweka pesa Biz-Salama. Hatupeleki kwako mpaka mteja athibitishe bidhaa imefika salama.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804672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995928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77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Lipwa kwa M-Pesa moja kwa moja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97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Direct M-Pesa payout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Tunatuma kwa M-Pesa, Tigo Pesa au Airtel Money mara tu mteja anapokubali.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804672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21808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132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303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Ulinzi wa pande zote mbili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623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Both sides protected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897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Wewe huitaji kufuatilia mteja. Mteja huitaji kukutuhumu. Sote tunashinda.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JINSI INAVYOFANYA KAZI  /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Hatua 5 tu  /  Just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15544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Orodhesha bidhaa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Calibri"/>
              </a:rPr>
              <a:t>List your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Calibri"/>
              </a:rPr>
              <a:t>Andika au sema kwa sauti (Kiswahili / English).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56816" y="356616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21408" y="2194560"/>
            <a:ext cx="15544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0048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993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651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Mteja analipa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Calibri"/>
              </a:rPr>
              <a:t>Buyer pays escrow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1605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Calibri"/>
              </a:rPr>
              <a:t>M-Pesa / Tigo / Airtel — pesa zinashikiliwa Biz-Salama.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12464" y="356616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77056" y="2194560"/>
            <a:ext cx="15544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25696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1993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2651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8496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Tuma bidhaa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Calibri"/>
              </a:rPr>
              <a:t>You ship the 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41605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Calibri"/>
              </a:rPr>
              <a:t>Tunakuarifu pesa imeshikiliwa — pakizia na peleka.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468112" y="356616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32704" y="2194560"/>
            <a:ext cx="15544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81344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1993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2704" y="2651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24144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Mteja anathibitisha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4144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Calibri"/>
              </a:rPr>
              <a:t>Buyer confirms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9864" y="41605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Calibri"/>
              </a:rPr>
              <a:t>Anaweka 'Nimepokea'. Tunapata uthibitisho.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23760" y="356616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88352" y="2194560"/>
            <a:ext cx="1554480" cy="3108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36992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992" y="1993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2651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Lipwa moja kwa moja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Calibri"/>
              </a:rPr>
              <a:t>Get paid instantly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5512" y="4160520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Calibri"/>
              </a:rPr>
              <a:t>Pesa zinaingia M-Pesa yako (98% ya bei yako).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77840"/>
            <a:ext cx="8046720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  <a:latin typeface="Calibri"/>
              </a:rPr>
              <a:t>💡 Wakati wote, mteja anaona unalindwa, na wewe unaona umelindwa.  /  At every step, both sides see protection.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FAIDA ZAKO  /  YOUR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Kwa nini Biz-Salama?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Six concrete reasons to start selling on Biz-Salama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146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Hakuna chargebacks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No chargebacks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Mteja anapomaliza, pesa ni zako milele.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146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Malipo ya mara moja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Instant M-Pesa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Hakuna kungoja siku 3-5 za benki.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3774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5146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Orodhesha kwa sauti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803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Voice listing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Sema bidhaa yako — tutaitafsiri na kuipublish.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👩🏾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43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Walengwa wanaokujua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9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Verified buyers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Tunathibitisha namba ya simu ya kila mnunuzi.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2062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343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Tukio la mgogoro?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709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Dispute 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206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Tunakaa katikati — uamuzi wa haki kwa pande zote.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20624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343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Toka Dar mpaka Mwanza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709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  <a:latin typeface="Calibri"/>
              </a:rPr>
              <a:t>Reach all of TZ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1206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Tanzania nzima inakuona — siyo mtaa wako tu.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ADA  / 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Ada wazi — hakuna siri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Transparent fees — what you see is what you pay.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Mfano  /  Example: bidhaa yako ya TZS 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Bei yako (asking price)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Your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00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3200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TZS 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− Ada ya supply 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− 2% supply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862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3886200"/>
            <a:ext cx="73152" cy="36576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− TZS 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= Unachopata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= You receive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5720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4572000"/>
            <a:ext cx="3584448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TZS 98,000 (98%)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8046720" cy="6400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✅  Mteja anaongeza 3% juu ya bei yako kama ada ya escrow. Wewe haupotezi kitu nyongeza.  /  Buyer pays extra 3% — never deducted from your price.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3-PARTY ESCROW  /  HAWKER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Mchuuzi? Tunakulinda mara mbili.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Hawker? You're protected on BOTH sides — supplier AND buyer.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alibri"/>
              </a:rPr>
              <a:t>MCHUUZI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HAWKER (you)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Unaunganisha mteja na duka. Unapata commission ya 8-15%.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alibri"/>
              </a:rPr>
              <a:t>MMILIKI WA DUKA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SUPPLIER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605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Anauza bidhaa yake. Anapata bei kamili (-2%).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377440"/>
            <a:ext cx="2606040" cy="24688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6517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474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alibri"/>
              </a:rPr>
              <a:t>MNUNUZI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947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605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Analipa Biz-Salama. Anaona Letter of Comfort iliyosainiwa.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Calibri"/>
              </a:rPr>
              <a:t>🔐  Letter of Comfort iliyosainiwa kidijiti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Kila upande anaona maelezo yake tu — mmiliki haoni bei mteja anayolipa. Mteja anaona pesa zimeshikiliwa salama.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ORODHESHA KWA SAUTI  /  VOICE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Sekunde 20 — bidhaa iko hewani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20 seconds from idea to live listing — speak Swahili or English.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377440"/>
            <a:ext cx="1828800" cy="1828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  <a:latin typeface="Calibri"/>
              </a:rPr>
              <a:t>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🗣 'Kitenge cha bei rahisi, mita 5, Kariakoo, TSh 12,000.'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 ✅  Kitenge fabric (5m), Kariakoo, TZS 12,000  (auto-categorized)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🗣 'Samsung A54 mpya, warranty mwaka mzima, TSh 850,000.'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 ✅  Samsung Galaxy A54, electronics, TZS 850,000  (price + category)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86400"/>
            <a:ext cx="8046720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  <a:latin typeface="Calibri"/>
              </a:rPr>
              <a:t>💡 Powered by OpenAI Whisper — inaelewa Kiswahili sanifu, lugha za mitaani, na lafudhi za Kanda.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USALAMA  /  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Sababu watu wanakuamini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Why buyers trust sellers on Biz-Salama (you get a verified badge).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931920" cy="1600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60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KYC iliyokamilika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260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Verified KYC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NIDA + TIN + Leseni ya biashara. Mara hii inathibitishwa, unapata 'Verified Seller'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79" y="2377440"/>
            <a:ext cx="3931920" cy="1600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79" y="2560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2560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Cheti cha Escrow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29260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Escrow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329184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Tunafanya kazi chini ya sheria za Tanzania (TRA + BoT compliant) — siyo kampuni ya nje.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931920" cy="1600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43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Ufuatiliaji wa udanganyifu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091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Auto fraud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Sheria 5 zinazochunguza kila order: velocity, self-deal, watchlist, refund-rate, new-account.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4160520"/>
            <a:ext cx="3931920" cy="1600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4343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4343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Mgogoro? Uamuzi wa siku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47091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  <a:latin typeface="Calibri"/>
              </a:rPr>
              <a:t>7-day dispute auto-resolve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50749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Kama hakuna anayejibu, mfumo unatoa uamuzi wa haki — siyo lazima ujue mawakili.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MAFANIKIO  /  SUCCESS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Mama Asha — Kitenge Kariakoo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How a Kariakoo fabric seller went from 3 buyers/month to 40+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59E0B"/>
                </a:solidFill>
                <a:latin typeface="Calibri"/>
              </a:rPr>
              <a:t>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Hapo awali, wateja walikuwa wananiomba kuwatumia bidhaa kabla ya kulipa. Mara nyingi nilipotea pesa.</a:t>
            </a:r>
          </a:p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Tangu nilipoanza Biz-Salama, mteja analipa kwanza — pesa zinashikiliwa, nikituma na kuthibitishwa, nalipwa kwa M-Pesa mara moja. Sasa nauza Kanda za Pwani, Arusha, mpaka Mbeya.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074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— Asha M.,  Kariakoo, Dar es Salaam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37744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4231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3 → 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231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wateja kwa mwezi  /  buyers per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2004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461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chargebacks tangu kuanza  /  since joining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02336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40690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&lt; 24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690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muda wa wastani wa malipo  /  avg payout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48920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4.9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8920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rating ya wateja  /  buyer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40000" bIns="400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ANZA SASA  /  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Anza biashara salama leo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BBF24"/>
                </a:solidFill>
                <a:latin typeface="Calibri"/>
              </a:rPr>
              <a:t>Start selling safely today — onboarding takes ~10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31089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272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Tembelea  /  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063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biz-salama.co.tz/register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7947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Sajili akaunti  /  Sign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749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Namba ya simu + nenosiri (10 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4805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Pakizia hati  /  Upload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434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NIDA, TIN, leseni — picha 5 kwa simu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51663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84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0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Anza kuuza  /  Start selling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20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Calibri"/>
              </a:rPr>
              <a:t>Orodhesha bidhaa ya kwanza — kwa sauti au kwa kuandika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3017520"/>
            <a:ext cx="1828800" cy="24688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ANZA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START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6634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biz-salama.co.tz</a:t>
            </a:r>
          </a:p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/onboard/seller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943600"/>
            <a:ext cx="8046720" cy="45720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1675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  <a:latin typeface="Calibri"/>
              </a:rPr>
              <a:t>📞  +255 700 123 456    ·    ✉️  support@biz-salama.co.tz    ·    🌐  biz-salama.co.tz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Biz-Salama · biz-salama.co.tz · Uza salama. Lipwa salama.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